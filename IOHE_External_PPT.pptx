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9" roundtripDataSignature="AMtx7mhr4Ckkr1T2SpGZ6NFSFeOYDR09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1163356"/>
            <a:ext cx="9144000" cy="537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Industry Oriented Hands on Experience (22CS422)</a:t>
            </a:r>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a:p>
          <a:p>
            <a:pPr indent="0" lvl="0" marL="0" marR="0" rtl="0" algn="ctr">
              <a:lnSpc>
                <a:spcPct val="100000"/>
              </a:lnSpc>
              <a:spcBef>
                <a:spcPts val="400"/>
              </a:spcBef>
              <a:spcAft>
                <a:spcPts val="0"/>
              </a:spcAft>
              <a:buNone/>
            </a:pPr>
            <a:r>
              <a:rPr lang="en-US" sz="3500">
                <a:solidFill>
                  <a:schemeClr val="dk1"/>
                </a:solidFill>
                <a:latin typeface="Times New Roman"/>
                <a:ea typeface="Times New Roman"/>
                <a:cs typeface="Times New Roman"/>
                <a:sym typeface="Times New Roman"/>
              </a:rPr>
              <a:t>Evaluating the Impact of AI-Enabled CRM Systems on Customer Relationship Management</a:t>
            </a:r>
            <a:endParaRPr b="0" i="1" sz="35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Mridhul Gupta, Aarav Jain, Aditya Dubey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2210991939, 2210991113, 2210991191</a:t>
            </a:r>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Mrs. Swati Goel</a:t>
            </a:r>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3200" u="none" cap="none" strike="noStrike">
                <a:solidFill>
                  <a:schemeClr val="dk1"/>
                </a:solidFill>
                <a:latin typeface="Times New Roman"/>
                <a:ea typeface="Times New Roman"/>
                <a:cs typeface="Times New Roman"/>
                <a:sym typeface="Times New Roman"/>
              </a:rPr>
              <a:t>Introduction</a:t>
            </a:r>
            <a:endParaRPr b="0" i="0" sz="30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The evolution of CRM systems has transitioned from manual record-keeping to autonomous intelligence through three pivotal stages. It began with </a:t>
            </a:r>
            <a:r>
              <a:rPr b="1" lang="en-US" sz="1700">
                <a:solidFill>
                  <a:schemeClr val="dk1"/>
                </a:solidFill>
              </a:rPr>
              <a:t>Digitization</a:t>
            </a:r>
            <a:r>
              <a:rPr lang="en-US" sz="1700">
                <a:solidFill>
                  <a:schemeClr val="dk1"/>
                </a:solidFill>
              </a:rPr>
              <a:t>, where fragmented paper files were replaced by centralized databases. Using tools like Pandas and NumPy, companies moved beyond simple storage to structured data management, creating the necessary foundation for advanced numerical processing and AI compatibility.</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The next leap was </a:t>
            </a:r>
            <a:r>
              <a:rPr b="1" lang="en-US" sz="1700">
                <a:solidFill>
                  <a:schemeClr val="dk1"/>
                </a:solidFill>
              </a:rPr>
              <a:t>Automation</a:t>
            </a:r>
            <a:r>
              <a:rPr lang="en-US" sz="1700">
                <a:solidFill>
                  <a:schemeClr val="dk1"/>
                </a:solidFill>
              </a:rPr>
              <a:t>, which addressed the inefficiencies of manual data entry as organizations scaled. By implementing workflow rules and triggers, CRMs began independently handling high-volume tasks like lead distribution and messaging. This shift minimized human error and allowed teams to pivot from routine administrative work toward high-level strategic interaction.</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Today, we have entered the </a:t>
            </a:r>
            <a:r>
              <a:rPr b="1" lang="en-US" sz="1700">
                <a:solidFill>
                  <a:schemeClr val="dk1"/>
                </a:solidFill>
              </a:rPr>
              <a:t>Era of Intelligence</a:t>
            </a:r>
            <a:r>
              <a:rPr lang="en-US" sz="1700">
                <a:solidFill>
                  <a:schemeClr val="dk1"/>
                </a:solidFill>
              </a:rPr>
              <a:t>, where AI and neural networks are integrated into the system's core. Modern CRMs are no longer passive repositories; they are proactive engines capable of identifying complex patterns and offering predictive insights. This transformation allows businesses to move beyond simple automation toward hyper-personalized, data-driven decision-making.</a:t>
            </a:r>
            <a:endParaRPr b="0" i="0" sz="17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97" name="Google Shape;97;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